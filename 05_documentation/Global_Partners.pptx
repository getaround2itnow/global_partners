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ad3b4cfe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ad3b4cfe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9ac7fd98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9ac7fd98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ad3b4cfe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ad3b4cfe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87c014e7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87c014e7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87c014e7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87c014e7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662525" y="3213675"/>
            <a:ext cx="5639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</a:rPr>
              <a:t>Created by Marvin Ziegler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957950" y="949400"/>
            <a:ext cx="73035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chemeClr val="dk1"/>
                </a:solidFill>
              </a:rPr>
              <a:t>Global Partners</a:t>
            </a:r>
            <a:r>
              <a:rPr lang="en" sz="5200">
                <a:solidFill>
                  <a:schemeClr val="dk1"/>
                </a:solidFill>
              </a:rPr>
              <a:t> End to End Project</a:t>
            </a:r>
            <a:endParaRPr sz="5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1015650" y="925350"/>
            <a:ext cx="7112700" cy="3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File Integrity (Missing values, duplicates, corrupt values):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csv_data_integrity_report.xlsx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csv_data_integrity_info.txt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 on schema, relationships &amp; data quality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columns for joins &amp; insights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initial_data_analysis.txt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1140925" y="257625"/>
            <a:ext cx="6772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</a:rPr>
              <a:t>Data Analysis prior to Pipeline Creation</a:t>
            </a:r>
            <a:endParaRPr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2120388" y="239950"/>
            <a:ext cx="5176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</a:rPr>
              <a:t>Architecture</a:t>
            </a:r>
            <a:r>
              <a:rPr lang="en" sz="2800">
                <a:solidFill>
                  <a:schemeClr val="dk2"/>
                </a:solidFill>
              </a:rPr>
              <a:t> Pipeline</a:t>
            </a:r>
            <a:endParaRPr sz="2800">
              <a:solidFill>
                <a:schemeClr val="dk2"/>
              </a:solidFill>
            </a:endParaRPr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5824" y="988775"/>
            <a:ext cx="4535426" cy="3637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Definitions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747825" y="1017725"/>
            <a:ext cx="7580700" cy="27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600"/>
              <a:t>Athena - serverless, interactive query service courtesy of Amazon AWS; allows direct data analysis in S3 using standard SQL</a:t>
            </a:r>
            <a:endParaRPr sz="5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600"/>
              <a:t>IAM - AWS Identity and Access Management</a:t>
            </a:r>
            <a:endParaRPr sz="5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600"/>
              <a:t>KMS - AWS Key Management Service, which allows creation of keys and control encryption across A</a:t>
            </a:r>
            <a:r>
              <a:rPr lang="en" sz="5600"/>
              <a:t>WS and beyond</a:t>
            </a:r>
            <a:endParaRPr sz="5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600"/>
              <a:t>VPC - Virtual Private Cloud (</a:t>
            </a:r>
            <a:r>
              <a:rPr lang="en" sz="5600">
                <a:solidFill>
                  <a:schemeClr val="dk1"/>
                </a:solidFill>
              </a:rPr>
              <a:t>a secure, isolated private network hosted within a shared public cloud)</a:t>
            </a:r>
            <a:endParaRPr sz="5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877750" y="409375"/>
            <a:ext cx="6006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Metrics - Measurement of customer activity impacts</a:t>
            </a:r>
            <a:endParaRPr sz="2000"/>
          </a:p>
        </p:txBody>
      </p:sp>
      <p:sp>
        <p:nvSpPr>
          <p:cNvPr id="79" name="Google Shape;79;p17"/>
          <p:cNvSpPr txBox="1"/>
          <p:nvPr/>
        </p:nvSpPr>
        <p:spPr>
          <a:xfrm>
            <a:off x="535300" y="901975"/>
            <a:ext cx="6691200" cy="3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Primary - Customer Lifetime Value (Estimation of Total Lifetime Value of Customer Interactions)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		Focus - Aggregation to calculate customer behavior, separation customer activity</a:t>
            </a:r>
            <a:endParaRPr sz="1200"/>
          </a:p>
          <a:p>
            <a:pPr indent="457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</a:t>
            </a:r>
            <a:r>
              <a:rPr lang="en" sz="1200">
                <a:solidFill>
                  <a:schemeClr val="dk1"/>
                </a:solidFill>
              </a:rPr>
              <a:t>into tiers based on level of activity</a:t>
            </a:r>
            <a:endParaRPr sz="1200">
              <a:solidFill>
                <a:schemeClr val="dk1"/>
              </a:solidFill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			</a:t>
            </a:r>
            <a:r>
              <a:rPr lang="en" sz="1200"/>
              <a:t>      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		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Secondary - Calculations of customer activity levels, at risk customers, sales trends, 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			loyal program impacts, restaurant performance &amp; discount effectiveness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Primary &amp; Secondary Metrics Calculations: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	primary_secondary_metrics.txt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76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45720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Repository for files for this project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All files are uploaded to Github via CLI at the following location: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	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https://github.com/getaround2itnow/global_partners</a:t>
            </a:r>
            <a:endParaRPr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